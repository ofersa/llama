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Secure, Local-First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Home Systems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home. Your data. One app. No cloud.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0" y="4206240"/>
            <a:ext cx="3657600" cy="9144"/>
          </a:xfrm>
          <a:prstGeom prst="rect">
            <a:avLst/>
          </a:prstGeom>
          <a:solidFill>
            <a:srgbClr val="0A8F7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installation by a locksmith you trust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Smart Homes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Ecosystem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apps for five brands. Nothing talks to anything.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Dependency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7784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lights stop working when Amazon's servers go down.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3931920" cy="14630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voice recordings stored on corporate servers forever.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0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You Trust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77840" y="3520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guys who don't understand physical security at your door.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20040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Brain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AI that lives in your home. No cloud. Ask it anything about your house.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06040" cy="320040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887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Install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2044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by a licensed locksmith. Physical security meets smart technology.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06040" cy="320040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887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One App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00800" y="29260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Home Assistant. Lights, locks, cameras, voice — one app controls it all.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1188720"/>
            <a:ext cx="685800" cy="6858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Box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PC running Home Assistant + Llama AI. Sits next to your router.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3258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97680" y="1188720"/>
            <a:ext cx="685800" cy="6858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42900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Devices Connect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429000" y="2560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locks, sensors, cameras — all talk to the box via Zigbee, Thread, or Wi-Fi.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178040" y="1188720"/>
            <a:ext cx="685800" cy="6858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1"/>
          <p:cNvSpPr/>
          <p:nvPr/>
        </p:nvSpPr>
        <p:spPr>
          <a:xfrm>
            <a:off x="717804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309360" y="20574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Your House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309360" y="25603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English: "Turn off the lights" or "Is the house secure?"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862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7947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night"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40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"Front door locked, garage closed, downstairs lights off, alarm armed."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Lighting + AI Brain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from day one — talk to your house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control of every light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Presence-activated lighting (mmWave sensors)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schedules &amp; scenes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per circuit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"Away mode" — simulates occupancy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0" y="1188720"/>
            <a:ext cx="3840480" cy="274320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&amp; Pricing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120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Beelink Mini PC (AI + Hub)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63840" y="1783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$329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120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ZBT-2 Radio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6384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21208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 1PM Gen4 x8 (relays)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384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$184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2120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Aqara FP300 x3 (presence)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86384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212080" y="3108960"/>
            <a:ext cx="3474720" cy="9144"/>
          </a:xfrm>
          <a:prstGeom prst="rect">
            <a:avLst/>
          </a:prstGeom>
          <a:solidFill>
            <a:srgbClr val="7A8FA6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total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58952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~$678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62A45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4407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 – $1,200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36576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 |  $20/mo optional support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Security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 — fingerprint, NFC, PIN, phone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front door locked?" — ask the AI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 camera with local storage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Door/window open alerts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access codes (cleaners, family)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house secure?" — full status check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0" y="1188720"/>
            <a:ext cx="3840480" cy="228600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&amp; Pricing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120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Aqara U200 Smart Lock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63840" y="1783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120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Aqara P2 Sensors x4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6384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21208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Reolink Doorbell PoE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384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12080" y="2788920"/>
            <a:ext cx="3474720" cy="9144"/>
          </a:xfrm>
          <a:prstGeom prst="rect">
            <a:avLst/>
          </a:prstGeom>
          <a:solidFill>
            <a:srgbClr val="7A8FA6"/>
          </a:solidFill>
          <a:ln/>
        </p:spPr>
      </p:sp>
      <p:sp>
        <p:nvSpPr>
          <p:cNvPr id="17" name="Text 14"/>
          <p:cNvSpPr/>
          <p:nvPr/>
        </p:nvSpPr>
        <p:spPr>
          <a:xfrm>
            <a:off x="52120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total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~$380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62A45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4407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 – $800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2004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 |  $25/mo support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Whole-Home Automation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005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Person/car detection, no subscription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1005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17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&amp; Gate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97764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 from phone or voice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1005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1325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Control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12280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Presence-based heating &amp; cooling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2423160"/>
            <a:ext cx="2560320" cy="1005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51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4300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before damage happens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91840" y="2423160"/>
            <a:ext cx="2560320" cy="1005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6517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Door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97764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on all entry points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26480" y="2423160"/>
            <a:ext cx="2560320" cy="1005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6517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812280" y="28803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 what happened overnight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62A45"/>
          </a:solidFill>
          <a:ln/>
        </p:spPr>
      </p:sp>
      <p:sp>
        <p:nvSpPr>
          <p:cNvPr id="30" name="Text 22"/>
          <p:cNvSpPr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731520" y="44074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$1,200 – $2,000</a:t>
            </a:r>
            <a:endParaRPr lang="en-US" sz="2400" dirty="0"/>
          </a:p>
        </p:txBody>
      </p:sp>
      <p:sp>
        <p:nvSpPr>
          <p:cNvPr id="32" name="Text 24"/>
          <p:cNvSpPr/>
          <p:nvPr/>
        </p:nvSpPr>
        <p:spPr>
          <a:xfrm>
            <a:off x="41148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 |  hardware ~$500-630  |  $30/mo support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Control — Every Room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Hands-Free, No 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control in every room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Alexa or Google needed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stays local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alerts: "Back door open for 10 min"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the garage open last night?"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0" y="1188720"/>
            <a:ext cx="3840480" cy="109728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Voice Preview Edition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rooms (kitchen, living room)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46720" y="1554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2468880"/>
            <a:ext cx="3840480" cy="109728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120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M5Stack ATOM Echo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120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satellites (bedrooms, bathrooms)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4672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162A45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407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 – $600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32004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 |  $35/mo support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Specialty Packages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91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FFB7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Rentals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651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guest access codes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Check-in/out automations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tracking per stay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guest guide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06040" cy="3291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97280"/>
            <a:ext cx="2606040" cy="45720"/>
          </a:xfrm>
          <a:prstGeom prst="rect">
            <a:avLst/>
          </a:prstGeom>
          <a:solidFill>
            <a:srgbClr val="FFB7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651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Fall-risk night lighting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reminders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dashboard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06040" cy="32918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97280"/>
            <a:ext cx="2606040" cy="45720"/>
          </a:xfrm>
          <a:prstGeom prst="rect">
            <a:avLst/>
          </a:prstGeom>
          <a:solidFill>
            <a:srgbClr val="FFB7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148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Office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265176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+ audit log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 routines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security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Difference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your house like a person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in my house?"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15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8 smart lights, 3 presence sensors, and 2 scenes configured. Your garage and front gate aren't connected yet."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94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house secure?"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15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"Front door locked, all windows closed, camera active, alarm armed."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night"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15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"Locking doors, closing garage, turning off downstairs, arming cameras. Sleep well."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the garage open last night?"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buNone/>
            </a:pPr>
            <a:r>
              <a:rPr lang="en-US" sz="115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garage was closed at 9:47pm and stayed closed all night."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Overview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640080"/>
                <a:gridCol w="2286000"/>
                <a:gridCol w="1371600"/>
                <a:gridCol w="20116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Lighting + AI Brain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$1,000-1,200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$600-800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Whole-Home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~$500-630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$1,200-2,000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Endpoints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$400-600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8C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$3,200-4,600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A8F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Phase 1. Upgrade anytime. Each phase builds on the last.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371600" y="4114800"/>
            <a:ext cx="2926080" cy="7772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5448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house from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4370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$3,200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846320" y="4114800"/>
            <a:ext cx="2926080" cy="777240"/>
          </a:xfrm>
          <a:prstGeom prst="rect">
            <a:avLst/>
          </a:prstGeom>
          <a:solidFill>
            <a:srgbClr val="1C335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subscriptions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4370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$0/mo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Choose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Locksmith Trust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physical security expertise. Licensed, insured, trusted at your door.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Expertise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9496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install switches — we give your home a brain that grows with you.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&amp; Private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9728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accounts, no voice recordings sent anywhere, no corporate dependencies.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688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Camera Subscriptions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39496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cameras record locally. No monthly fees. No company watching your footage.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760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You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09728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lights. Add security, cameras, voice whenever you're ready. Same system.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5760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One System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539496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Home Assistant. Not five apps from five brands.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Make Your Home Smart?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Phase 1 — we'll have your lights automated in half a day.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60320" y="310896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25603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089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consultation — we visit and map your home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60320" y="356616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0896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starting phase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60320" y="4023360"/>
            <a:ext cx="365760" cy="3657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1089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install, usually same week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286000" y="4572000"/>
            <a:ext cx="4572000" cy="9144"/>
          </a:xfrm>
          <a:prstGeom prst="rect">
            <a:avLst/>
          </a:prstGeom>
          <a:solidFill>
            <a:srgbClr val="0A8F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Secure, Local-First AI Home Systems</dc:title>
  <dc:subject>PptxGenJS Presentation</dc:subject>
  <dc:creator>AI Home Systems</dc:creator>
  <cp:lastModifiedBy>AI Home Systems</cp:lastModifiedBy>
  <cp:revision>1</cp:revision>
  <dcterms:created xsi:type="dcterms:W3CDTF">2026-03-26T15:33:11Z</dcterms:created>
  <dcterms:modified xsi:type="dcterms:W3CDTF">2026-03-26T15:33:11Z</dcterms:modified>
</cp:coreProperties>
</file>